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lexandre Paredes da Silva" userId="544e5b38-90ea-4559-bf76-249e136811bc" providerId="ADAL" clId="{6BD01C4E-EB5F-4ACC-B951-87308E3393EF}"/>
    <pc:docChg chg="modSld">
      <pc:chgData name="Rodrigo Alexandre Paredes da Silva" userId="544e5b38-90ea-4559-bf76-249e136811bc" providerId="ADAL" clId="{6BD01C4E-EB5F-4ACC-B951-87308E3393EF}" dt="2026-09-18T16:24:33.829" v="9" actId="20577"/>
      <pc:docMkLst>
        <pc:docMk/>
      </pc:docMkLst>
      <pc:sldChg chg="modSp mod">
        <pc:chgData name="Rodrigo Alexandre Paredes da Silva" userId="544e5b38-90ea-4559-bf76-249e136811bc" providerId="ADAL" clId="{6BD01C4E-EB5F-4ACC-B951-87308E3393EF}" dt="2026-09-18T16:24:33.829" v="9" actId="20577"/>
        <pc:sldMkLst>
          <pc:docMk/>
          <pc:sldMk cId="3431157209" sldId="256"/>
        </pc:sldMkLst>
        <pc:spChg chg="mod">
          <ac:chgData name="Rodrigo Alexandre Paredes da Silva" userId="544e5b38-90ea-4559-bf76-249e136811bc" providerId="ADAL" clId="{6BD01C4E-EB5F-4ACC-B951-87308E3393EF}" dt="2026-09-18T16:24:33.829" v="9" actId="20577"/>
          <ac:spMkLst>
            <pc:docMk/>
            <pc:sldMk cId="3431157209" sldId="256"/>
            <ac:spMk id="7" creationId="{86EA8312-D5B8-2A7F-9087-C1061F5120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14ADD-0382-779B-15E0-215C0F11A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34FB2C-068A-5B84-DB5F-E6D6EEB7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576914-63A6-E8A2-FAD5-98AE3A93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18AE19-B655-4008-4559-EA111E1CA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53FFD8-0E30-957C-3A2B-2A05B32B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0477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E00C3-5032-5E19-446C-56773B1E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5AE787-3D0F-8EF2-899A-069170C6C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FE58C80-39D5-60DB-16D9-2FCBCEC0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310FF93-032F-DE65-5D39-66034F14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5679A3-3325-02ED-CF48-89CBB870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378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F31CB-4655-55A3-497B-3900168B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427F7C-A066-8C74-CF82-22171AFA7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5F73B6-85C4-85F0-706B-4F2931BC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27374BF-1689-6EDD-5E8C-DB9D831B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DBDCD3C-3142-9E58-EBF6-38A32235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86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2B507-2F92-846A-351A-A15CFDF4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166132-9E3F-4B6D-B7D0-75E5747F1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0A2AD4F-0E81-2D58-6A98-DB34F966D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952B242-F197-83C5-4223-E94F3CA0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0422565-208C-2EE0-91C4-23A0ECCF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8B8AAD1-9C72-57F8-0796-742E99EE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2408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E1964-C0C7-B524-24DE-BA9D99C9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5DF0E65-701E-D820-F5B6-96ACF61C0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2E6249-8E20-40C6-27BD-E0C9A385C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4487D14-24D8-0FD8-3EBE-1CBF7ADC6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1A45D6E-3AD9-8311-8623-F623543BC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2D6B86F-F1D3-59DC-C56D-38A59A30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FF1DD22-A937-FDCA-97F3-D38E3C7C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59D5FEA7-6404-9D06-876B-EB147109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87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3B01E7-2C8D-DDD3-4D02-C18D932C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46C8C6B-DF41-5591-C28B-CDCE3E58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FF2BB16-1EED-9F61-ECCF-9E17587F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BA46C54-4CD2-E87A-74F8-709F7D7E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557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4970DA4-87D9-0B25-444F-1524BE7EF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725E77F-EC05-8751-205A-FDBE2743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E3519E0-16D5-37C6-B5F6-E9A3D299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600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DAD9F-AA22-2ADC-E527-138A992F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B2EE72-E452-9110-22F4-D3FE8FC5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CB46E4A-E308-9F9B-D46C-3ED9469F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15FA312-CEC8-19A4-061C-1723E1C5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D192519-4CC3-800D-EF38-FE4E6888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E169E6-AF0C-C620-95A3-4CA144F2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887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E8D91-24BA-A086-0BFC-1975F606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B1A44D6-CBAD-EE08-5530-470762215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CBF6D9A-0901-A2FE-F901-AB5594468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ED89EAE-1225-5A28-38F3-02377EBC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DB0090-F3B2-6F13-5E7F-9D3E8321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7DBCF7B-09ED-CE78-D746-9B5F1E66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50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16F60-E7CC-8313-9B04-4EE8C16CB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EE8067F-DE24-5C2B-65C7-73625E7C0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08D98BE-5786-AF9F-3F2E-C3906DCA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73DAF85-831A-C8F1-E073-705BA67F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53C5A2-120B-4C16-62C8-DC061772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056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FFA055-6E7C-7E85-7B5B-0F8F1B92E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430C1B9-B681-D32C-5151-F10AECBF8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DFBEC7D-BBAA-2103-335E-D657C288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00BCF16-62AF-7CEA-8401-77EB3142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287B50-1363-2E4A-D86A-39FA2CBC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060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D95CB63-27EA-0B11-78E1-434E20A8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1ABCF49-F773-6F36-730F-69290A70F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3AF6AAE-C9A5-B252-A86D-1080A4EB2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9378C-EE19-4CBF-AE78-02A1F4E209BE}" type="datetimeFigureOut">
              <a:rPr lang="pt-PT" smtClean="0"/>
              <a:t>18/09/2026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1C0A672-9B69-C0E0-AA48-B6EA3363F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733744-C549-0EF3-EBFF-48D86293E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9FB00-44E6-4419-9040-7407ECA295F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232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848A4F-44C2-D3AA-4924-CA1C5A6AD5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0360E8D-8400-4251-80F0-63227DAE9DE8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6D1E7B-67C4-74BC-C5FC-7A966933614E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95FFD7B-9315-083A-2875-67FEC94B95DD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AA8262-1F7F-090E-E16D-9F725B623963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EA8312-D5B8-2A7F-9087-C1061F51209A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 dirty="0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A203E1-2C0F-55A5-F56E-6D97DC4993D7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E1A5B2-B61F-8048-C96A-FEFB97DA3ADB}"/>
              </a:ext>
            </a:extLst>
          </p:cNvPr>
          <p:cNvSpPr txBox="1"/>
          <p:nvPr/>
        </p:nvSpPr>
        <p:spPr>
          <a:xfrm>
            <a:off x="939800" y="31750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organizar beneficiários, médicos voluntários e visitas domiciliárias.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04C1AAF-7BE0-76E9-B239-6336A869D1D1}"/>
              </a:ext>
            </a:extLst>
          </p:cNvPr>
          <p:cNvSpPr txBox="1"/>
          <p:nvPr/>
        </p:nvSpPr>
        <p:spPr>
          <a:xfrm>
            <a:off x="939800" y="49530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D65538-5E09-69E2-E235-D65EA21C6D0B}"/>
              </a:ext>
            </a:extLst>
          </p:cNvPr>
          <p:cNvSpPr txBox="1"/>
          <p:nvPr/>
        </p:nvSpPr>
        <p:spPr>
          <a:xfrm>
            <a:off x="939800" y="54229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514E39-3C08-5720-FF64-E118FCC86F7D}"/>
              </a:ext>
            </a:extLst>
          </p:cNvPr>
          <p:cNvSpPr txBox="1"/>
          <p:nvPr/>
        </p:nvSpPr>
        <p:spPr>
          <a:xfrm>
            <a:off x="939800" y="58166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  |  2026</a:t>
            </a:r>
          </a:p>
        </p:txBody>
      </p:sp>
    </p:spTree>
    <p:extLst>
      <p:ext uri="{BB962C8B-B14F-4D97-AF65-F5344CB8AC3E}">
        <p14:creationId xmlns:p14="http://schemas.microsoft.com/office/powerpoint/2010/main" val="343115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4719AA-952D-2246-432A-D44FDBFE4B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6728B4C-CAA0-2522-563C-B41B5D31B23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8501F7-B44A-32D3-A9F6-77CAC0288E0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CONTEXTO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F3A6DA-4B34-6CC6-D495-52AA5281E92B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E9EFD8-3BFC-0929-2754-18C22E5C076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451008-20A9-C8E6-5060-617365189F4E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O apoio domiciliário exige informação organizada e acessível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BFDA86F-5E10-D149-08C0-1174C0B639CD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D081A0-9492-1CD0-255D-44EDB1E22E97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AAE663-1E6A-BC8E-188C-C6B277A4501D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F78537-083E-FE58-3C5B-D7FF2DF463CF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93860B7-A15B-8B65-1901-BB5484D9B293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2FFAF1-C3CC-AA0B-CDA5-E0E0B7A58106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CAF3D85-4223-B31C-2285-46C477F6CA0A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1C33C19-F964-A875-5257-0B47DD6D5BA5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6539DB7-B09F-D330-EF29-97DF25106AA5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44880E-E4B0-FA0B-3108-C799B195602C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0B7470-E371-77A8-F7E1-7D2367C7331C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5B6543C-BF3B-6AC6-388C-174AC6B7B17B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9F9377-5F86-C8B8-C832-B1C893B42D03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171295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B86466-28EF-832C-6350-B9A168636B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4568E5-0606-5424-C1CA-85BD07071B0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0AAC48-FBFE-8390-F369-BF746220D60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PLANEAMENTO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93BA28-7FA6-5D9D-5C5F-9409192CCFB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Objetivos do projeto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9FB98F-783C-046D-0F9F-58A7CB6B377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2568491-7C67-D20D-5C2B-89C99E848451}"/>
              </a:ext>
            </a:extLst>
          </p:cNvPr>
          <p:cNvSpPr/>
          <p:nvPr/>
        </p:nvSpPr>
        <p:spPr>
          <a:xfrm>
            <a:off x="952500" y="1778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4D8F7BE-8DC5-04CC-D837-32CD080DD8E0}"/>
              </a:ext>
            </a:extLst>
          </p:cNvPr>
          <p:cNvSpPr txBox="1"/>
          <p:nvPr/>
        </p:nvSpPr>
        <p:spPr>
          <a:xfrm>
            <a:off x="1257300" y="17145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30C070B-9474-E0C9-D7EE-466A3D8A6152}"/>
              </a:ext>
            </a:extLst>
          </p:cNvPr>
          <p:cNvSpPr/>
          <p:nvPr/>
        </p:nvSpPr>
        <p:spPr>
          <a:xfrm>
            <a:off x="952500" y="2438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8744311-9696-1579-BAE2-BCCF0C4A6DF1}"/>
              </a:ext>
            </a:extLst>
          </p:cNvPr>
          <p:cNvSpPr txBox="1"/>
          <p:nvPr/>
        </p:nvSpPr>
        <p:spPr>
          <a:xfrm>
            <a:off x="1257300" y="23749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8F28CBD-566B-E688-B39C-4AC939623414}"/>
              </a:ext>
            </a:extLst>
          </p:cNvPr>
          <p:cNvSpPr/>
          <p:nvPr/>
        </p:nvSpPr>
        <p:spPr>
          <a:xfrm>
            <a:off x="952500" y="3098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DA3E47-1D7C-D210-CFE1-774003856408}"/>
              </a:ext>
            </a:extLst>
          </p:cNvPr>
          <p:cNvSpPr txBox="1"/>
          <p:nvPr/>
        </p:nvSpPr>
        <p:spPr>
          <a:xfrm>
            <a:off x="1257300" y="30353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EC83A6F-84E6-1E76-CA10-C64D6675CF1D}"/>
              </a:ext>
            </a:extLst>
          </p:cNvPr>
          <p:cNvSpPr/>
          <p:nvPr/>
        </p:nvSpPr>
        <p:spPr>
          <a:xfrm>
            <a:off x="952500" y="3759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631908-76A4-DF0D-E1A6-D2EF8028669F}"/>
              </a:ext>
            </a:extLst>
          </p:cNvPr>
          <p:cNvSpPr txBox="1"/>
          <p:nvPr/>
        </p:nvSpPr>
        <p:spPr>
          <a:xfrm>
            <a:off x="1257300" y="36957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0C4775F-CF34-15D5-2227-4B3A17E728AF}"/>
              </a:ext>
            </a:extLst>
          </p:cNvPr>
          <p:cNvSpPr/>
          <p:nvPr/>
        </p:nvSpPr>
        <p:spPr>
          <a:xfrm>
            <a:off x="952500" y="4419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3D7738-F0D3-E06F-F795-9967424864F8}"/>
              </a:ext>
            </a:extLst>
          </p:cNvPr>
          <p:cNvSpPr txBox="1"/>
          <p:nvPr/>
        </p:nvSpPr>
        <p:spPr>
          <a:xfrm>
            <a:off x="1257300" y="43561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2595A24-7F0F-1AEF-9B7B-08228C1FAC58}"/>
              </a:ext>
            </a:extLst>
          </p:cNvPr>
          <p:cNvSpPr/>
          <p:nvPr/>
        </p:nvSpPr>
        <p:spPr>
          <a:xfrm>
            <a:off x="8763000" y="1524000"/>
            <a:ext cx="1905000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E0B895-7C00-0D12-AF6F-97183A33CA04}"/>
              </a:ext>
            </a:extLst>
          </p:cNvPr>
          <p:cNvSpPr txBox="1"/>
          <p:nvPr/>
        </p:nvSpPr>
        <p:spPr>
          <a:xfrm>
            <a:off x="9169400" y="2006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84ABEE2-34B2-CB34-1E42-45967E4158FF}"/>
              </a:ext>
            </a:extLst>
          </p:cNvPr>
          <p:cNvSpPr txBox="1"/>
          <p:nvPr/>
        </p:nvSpPr>
        <p:spPr>
          <a:xfrm>
            <a:off x="9118600" y="2603500"/>
            <a:ext cx="13335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>
                <a:solidFill>
                  <a:srgbClr val="FFFFFF"/>
                </a:solidFill>
                <a:latin typeface="Aptos Display" panose="020B0004020202020204" pitchFamily="34" charset="0"/>
              </a:rPr>
              <a:t>Organizar -  - Acompanhar -  - Cuidar</a:t>
            </a:r>
          </a:p>
        </p:txBody>
      </p:sp>
    </p:spTree>
    <p:extLst>
      <p:ext uri="{BB962C8B-B14F-4D97-AF65-F5344CB8AC3E}">
        <p14:creationId xmlns:p14="http://schemas.microsoft.com/office/powerpoint/2010/main" val="420376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95DD9CB-7FCE-8536-02F0-7FB04E9AFB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662762-5E2F-AFBF-046A-E5C194A9626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432155-1443-27C9-B291-4976AE098829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0284E5-7ADF-9AFB-F76D-C9131E99A9CC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9ABBCC-9CFA-70A5-9C0C-4E54A64CB68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7547AFC-58B1-7374-0C87-C589EBFFF3E6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738EBA2-3DCE-A597-71C2-FE862C986828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F7373F-9452-BBCF-A284-C50D3862A27D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D49FC74-8379-2343-21A1-ADCEF2E47C26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6442FC4-0C89-A5FB-476C-745170C032A8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6D12332-9435-4F06-837C-9267185B7AA2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D96322B-EEEC-4CF9-D662-1E417AB25A2F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49452D7-3F55-A88E-9C2D-5A97827DA0E7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AE21C9A-C9FB-1064-1973-73ED42941A90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D4E12FB-0E43-B855-3D91-6DEF47552BA0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79E75F-0C55-5409-24C4-B8C55E9F8AC0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5A2A361-A40D-EDBB-D6FC-5A43C0FB1716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301D7E6-E32B-162E-F98B-C9C0F506CEC1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2865C86-9906-C7FE-40DA-3A3B71D0D3DC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246E149-225A-8256-1D04-D84C7115C5C2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D9133E1-4753-7E2D-0F2F-395A816B6CDE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74451CC-EC54-880A-9B9F-F3B3D5BE6FD4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4558BA9-BE8A-C41D-98B3-6735094FC5B9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4CABDF-057E-14D5-8978-42F9EB45C1AE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97A365E-58DA-7D1B-6B2E-0737AF94ACFC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5636D38-8FFF-B4BB-7D58-79B12F4F0B9E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8AEC0D-8591-C38B-889B-693B982F99A1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8120833-F2C5-B15C-6EB0-75A665A890ED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F593E3A-B653-A608-7CD1-8B32CECA60B4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30458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AAD8995-02F8-3B97-FB92-067173372D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43EECD-BE7C-4348-0715-D6BA97CF325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A6D643-1E67-43F0-DF77-A668EC9AB04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032B42-1764-A245-95A6-FFF499D861B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C32F07-15AF-3935-1E06-CDAC8BB3523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142189-A789-0E30-DDD0-761BB5A55184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D3B02CB-61C7-8B2E-A9A1-B69E9E34C560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2D4DCBC-0B8A-3739-0401-2B5B24FBB71C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3BFA75-B256-5C98-3C9E-EF40FBCD6CC8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41C6E1B-8479-84C2-550C-5F64B8277B30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450B54-2BF7-A918-1C64-06F4CDA545C3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9BB7EF-CDDE-D9E0-865C-49F2B477A411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BC81476-4B11-1D49-785A-2720424BE713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84D2A92-BE68-8C42-FE0D-55E6CCBC14A3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0B39A3F-79A7-177A-1D72-1E3F12F212D0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245BF09-30A8-A93B-D20F-29E39DBD78C2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473DE41-021D-FFF4-C785-D07EE70B1C7A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2967FEC-C124-CE74-8411-9AC813D5261E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C22EE14-6799-B53E-1DD8-8D4455724319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626711-3D60-751A-DF8E-0D0007F5E844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1181786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C361754-A6DB-B471-CAD0-A2842CFF64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3C1052D-5848-E809-85D7-FB0E1374604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42C701-E8BB-B020-9E0A-E36B4EEEFBC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C37AE8-0CA2-5544-9C60-BA7216B6686B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B02FC9-BEC2-5894-DB79-A40747D373CE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E3603B7-9AFA-BD7A-AEFC-73BBDD35FC9A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1517A2-7337-E382-9493-2A572984B0D3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1C9CB2-6DE2-CFBF-E2D4-F4CCEF1EFBD9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F9F5CFE-7926-ABBC-E750-DE67730D9DE9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42186A-BCAC-0C75-A206-8C19E54EA4DD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56DBDA5-D0EE-CC6D-B77D-9EA49A1C027E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891467-8129-9CCB-9297-2D6A9139DABE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6B512C-CEF4-D981-0165-C3DA8408ED4F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B938E24-92FA-67D6-06A9-C51DBBF277CC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378D17-8B06-AF40-A515-FBF48543F32D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1BF25A0-8059-66C5-D174-B8D8A2B796DB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9B630B5-7772-5F86-8533-0A781DC2FA06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4FD6EB-ACE9-4396-2E3F-7156819302C8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165113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444A11-53BB-B890-EDBC-011C3BED5D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F52EF8-0556-C494-F112-820C9950927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454D0F3-7F40-1DE6-3ACF-A977D51C7330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2E7803-A7C6-05BD-0ED7-61CFEBADB8C4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8EC74F-4920-64AC-42FA-A2B17A3C4EA0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F3ECCB7-9F60-18D6-2354-5E238DE35E14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00F52CD-1986-4210-0F7A-E67D24766344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61F536-6CE9-5C40-36CF-4786AF0B8D59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3BCD73-74DD-7043-7940-14693436AAAC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D58C2B9-34DC-491B-5D73-404639C205DE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8F0BD2-8435-CB28-87C0-D23F4939903F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25441D5-C336-EC97-069F-0D734278CC82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80DD74-D48C-57BC-A80D-97BFB099DEB9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A6B47CF-5C98-52D3-BBF3-D070ACF5CECF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65DC769-BA9E-B60B-33E9-88B4D1F31004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175AFE0-D5AA-D25A-0296-11F0A4F292CB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43B102-EF5E-CEF7-982C-222618ADC280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7116C60-719C-5ED4-7FF5-5766F5957709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A4185B-2785-C4AE-EB28-70BF4DF3F9DB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62376C9-0F41-21A6-C000-0E0313737D39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3A3CDD0-2662-42A2-4F55-08626627E04E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4091A0-96BF-B85B-43C0-EE2D7BCCABF3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91E58E3-01B3-BE45-9851-630E2E4E132D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7AE0A0D-D5C1-14D0-3985-7E81AEB77D6B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9A00C1-AB59-7ABE-69CD-E5C50C38A415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21103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44A2FAC-F48E-0A2F-AD00-27838A154A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1F74E4-C98E-11E9-9DF1-70664E8467C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1DB370-DE15-02EE-A79B-2F26896F5AF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23355F-00E6-58F7-CD3F-127A315BD222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93F8F4-1BDA-336A-D138-F8DE6056EEA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B09AE0-EB8A-67E6-AAE0-33F124084EEC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958438B-0D80-F369-67C3-9A36A526BD14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0AD85F-2A5E-4D0E-2A54-058FC2C1A427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720AB6-52CB-BD75-F520-601C31FDECE3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D52E77F-FCB9-068A-DB69-A42E8C4D66AF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E08774-E5BA-9A5D-87FC-46DD77154C43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773F07C-A979-9EAA-FD75-EF767AC8E67B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8923EF3-A3DA-A655-7022-138ECE81EB97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D7A751E-FE5F-F251-0707-2E38880867A7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3CE5B20-A810-2680-8421-20DCD8F23650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2ABFB35-1115-3DD1-D7BE-264C3725181B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0651B57-5ADF-8D20-4D45-A44749DBA50F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992750D-9361-9AD3-8E37-ED5ABA7D44F6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322710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D3E63C-7102-B292-9755-FFFB2D4A4B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0BDD113-2C6C-C077-8018-DDEBA2A227E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B4F027-DAE5-A3DE-9793-54D3AA75AA72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4D34F3-CF67-C2FE-9DEC-C03AEBAA5178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E1ADB1-8465-35D8-0FD5-34ED0313B04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2F2FCCD-15BD-335C-6373-A33E9AD8F995}"/>
              </a:ext>
            </a:extLst>
          </p:cNvPr>
          <p:cNvSpPr/>
          <p:nvPr/>
        </p:nvSpPr>
        <p:spPr>
          <a:xfrm>
            <a:off x="952500" y="1651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C101F1-E3C7-F21C-A2C5-7AB0593B3806}"/>
              </a:ext>
            </a:extLst>
          </p:cNvPr>
          <p:cNvSpPr txBox="1"/>
          <p:nvPr/>
        </p:nvSpPr>
        <p:spPr>
          <a:xfrm>
            <a:off x="1257300" y="15875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o dashboard e consultar os indicadores.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9E884A1-A6E0-EA09-DDC2-ACF0E76F6E81}"/>
              </a:ext>
            </a:extLst>
          </p:cNvPr>
          <p:cNvSpPr/>
          <p:nvPr/>
        </p:nvSpPr>
        <p:spPr>
          <a:xfrm>
            <a:off x="952500" y="2311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50D40C-2429-43BB-5049-5D7C9C2F8394}"/>
              </a:ext>
            </a:extLst>
          </p:cNvPr>
          <p:cNvSpPr txBox="1"/>
          <p:nvPr/>
        </p:nvSpPr>
        <p:spPr>
          <a:xfrm>
            <a:off x="1257300" y="22479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um beneficiário e consultar a sua necessidade.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112DCF3-2D58-8225-1C08-78D6D1AD8A2D}"/>
              </a:ext>
            </a:extLst>
          </p:cNvPr>
          <p:cNvSpPr/>
          <p:nvPr/>
        </p:nvSpPr>
        <p:spPr>
          <a:xfrm>
            <a:off x="952500" y="2971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F11D096-5B91-129C-0753-95DB8B2EE2C9}"/>
              </a:ext>
            </a:extLst>
          </p:cNvPr>
          <p:cNvSpPr txBox="1"/>
          <p:nvPr/>
        </p:nvSpPr>
        <p:spPr>
          <a:xfrm>
            <a:off x="1257300" y="29083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morada do beneficiário.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5990249-8033-D028-13B8-5B38601A6650}"/>
              </a:ext>
            </a:extLst>
          </p:cNvPr>
          <p:cNvSpPr/>
          <p:nvPr/>
        </p:nvSpPr>
        <p:spPr>
          <a:xfrm>
            <a:off x="952500" y="3632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B044560-0D00-F5DC-0408-8154DC524823}"/>
              </a:ext>
            </a:extLst>
          </p:cNvPr>
          <p:cNvSpPr txBox="1"/>
          <p:nvPr/>
        </p:nvSpPr>
        <p:spPr>
          <a:xfrm>
            <a:off x="1257300" y="35687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Criar ou editar um médico voluntário.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EE85F0-0FFC-38B7-C101-890E5DFE77F0}"/>
              </a:ext>
            </a:extLst>
          </p:cNvPr>
          <p:cNvSpPr/>
          <p:nvPr/>
        </p:nvSpPr>
        <p:spPr>
          <a:xfrm>
            <a:off x="952500" y="4292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BCD3CCE-EDEC-9A2C-5EEE-4CF4E894EA1F}"/>
              </a:ext>
            </a:extLst>
          </p:cNvPr>
          <p:cNvSpPr txBox="1"/>
          <p:nvPr/>
        </p:nvSpPr>
        <p:spPr>
          <a:xfrm>
            <a:off x="1257300" y="42291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um apoio e alterar o seu estado.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26A3475-F138-B5DB-6839-7A1D98974C7C}"/>
              </a:ext>
            </a:extLst>
          </p:cNvPr>
          <p:cNvSpPr/>
          <p:nvPr/>
        </p:nvSpPr>
        <p:spPr>
          <a:xfrm>
            <a:off x="952500" y="4953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EED78DC-8EF8-4CC4-A5CD-7FB905FA5C7B}"/>
              </a:ext>
            </a:extLst>
          </p:cNvPr>
          <p:cNvSpPr txBox="1"/>
          <p:nvPr/>
        </p:nvSpPr>
        <p:spPr>
          <a:xfrm>
            <a:off x="1257300" y="4889500"/>
            <a:ext cx="990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relatórios e exportar uma cópia dos dados.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8F08072-326B-F637-6933-5E3C7C44C9BE}"/>
              </a:ext>
            </a:extLst>
          </p:cNvPr>
          <p:cNvSpPr/>
          <p:nvPr/>
        </p:nvSpPr>
        <p:spPr>
          <a:xfrm>
            <a:off x="8636000" y="4953000"/>
            <a:ext cx="2413000" cy="660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900173-F5D5-9114-C431-A834B6614D08}"/>
              </a:ext>
            </a:extLst>
          </p:cNvPr>
          <p:cNvSpPr txBox="1"/>
          <p:nvPr/>
        </p:nvSpPr>
        <p:spPr>
          <a:xfrm>
            <a:off x="9055100" y="5156200"/>
            <a:ext cx="158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500" b="1">
                <a:solidFill>
                  <a:srgbClr val="FFFFFF"/>
                </a:solidFill>
                <a:latin typeface="Aptos" panose="020B0004020202020204" pitchFamily="34" charset="0"/>
              </a:rPr>
              <a:t>Fluxo completo</a:t>
            </a:r>
          </a:p>
        </p:txBody>
      </p:sp>
    </p:spTree>
    <p:extLst>
      <p:ext uri="{BB962C8B-B14F-4D97-AF65-F5344CB8AC3E}">
        <p14:creationId xmlns:p14="http://schemas.microsoft.com/office/powerpoint/2010/main" val="171692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86DBD-BCC4-4924-F073-170B4D3B1E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5229E5B-444E-1DE2-FA94-BEF64139E00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157EE5-1AF0-2A37-CAC8-F04B4D5261E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1659E1-F890-9077-2060-AB34AF48B494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6946E5-84DE-D302-E4E2-FC3D8ADC9F0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CUida+  |  PAP  | 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9BF9C1-A843-328F-49F8-64914E2CB96D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84A9443-3562-3668-11FB-75FCB2B8D7B8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2178A4D-75E6-4C30-1447-151B58B4CFA6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F381248-0F54-9338-31D3-087E4976A2D8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595B267-6579-6883-A964-93A3BAFCBB9E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D65DED-8031-DE5B-F724-7A732DECEED2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8BD96FA-39D9-68CC-420F-ADC3BF4D1CC7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B5433D0-0861-2E6B-3559-EB4B43066E92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D5CDB69-4D35-9257-F0D8-1EE9B8200993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473C76-95DF-FB63-25E4-3F9E8F8CB166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4C3D4A6-B514-6FE2-44D1-C97C36BC38DF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5AAC2E-92F8-D113-6D74-1CBC7359BCA1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5EB442D-BCD7-8811-0021-D8A74C2372A1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7BAB032-DE00-FFBE-1924-F527FC058BC5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5A57FE7-8F83-334F-1EAA-B661A950CD9A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E2D9E02-4C3F-7F5D-0FDD-7E5B84CD3B2E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CF4AC07-88D6-D5CE-6C6C-B6DB83F4BC91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FC13670-432D-DD46-2033-B99A1150853C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C6F78E9-C2AD-A509-61FF-0EACAA94CD54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CD31E80-A656-3A11-B008-1CAC48AA7CD2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Cuida+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915638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Apresentação no Ecrã (16:9)</PresentationFormat>
  <Paragraphs>116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2026-09-18T16:22:58Z</dcterms:created>
  <dcterms:modified xsi:type="dcterms:W3CDTF">2026-09-18T16:24:55Z</dcterms:modified>
</cp:coreProperties>
</file>